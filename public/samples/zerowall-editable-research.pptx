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embeddings/Microsoft_Excel_Worksheet1.xlsx" ContentType="application/vnd.openxmlformats-officedocument.spreadsheetml.sheet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演示数值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</c:v>
                </c:pt>
                <c:pt idx="1">
                  <c:v>75</c:v>
                </c:pt>
                <c:pt idx="2">
                  <c:v>58</c:v>
                </c:pt>
                <c:pt idx="3">
                  <c:v>90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xPr>
          <a:bodyPr vert="horz"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222222222"/>
      </c:catAx>
      <c:valAx>
        <c:axId val="222222222"/>
        <c:scaling>
          <c:orientation val="minMax"/>
        </c:scaling>
        <c:delete val="0"/>
        <c:axPos val="l"/>
        <c:txPr>
          <a:bodyPr vert="horz"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111111111"/>
      </c:valAx>
    </c:plotArea>
    <c:plotVisOnly val="1"/>
    <c:dispBlanksAs val="gap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09600" y="317500"/>
            <a:ext cx="8890000" cy="355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sz="1200">
                <a:solidFill>
                  <a:srgbClr val="007D91"/>
                </a:solidFill>
                <a:latin typeface="Microsoft YaHei"/>
                <a:ea typeface="Microsoft YaHei"/>
              </a:rPr>
              <a:t>ZEROWALL SCIENCE / RESEARCH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889000"/>
            <a:ext cx="10922000" cy="8255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sz="3800">
                <a:solidFill>
                  <a:srgbClr val="193C42"/>
                </a:solidFill>
                <a:latin typeface="Microsoft YaHei"/>
                <a:ea typeface="Microsoft YaHei"/>
              </a:rPr>
              <a:t>医学研究背景与问题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09600" y="6261100"/>
            <a:ext cx="10922000" cy="355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sz="1200">
                <a:solidFill>
                  <a:srgbClr val="657E83"/>
                </a:solidFill>
                <a:latin typeface="Microsoft YaHei"/>
                <a:ea typeface="Microsoft YaHei"/>
              </a:rPr>
              <a:t>官网演示材料 · 不代表研究结论                                           1 / 03</a:t>
            </a:r>
          </a:p>
        </p:txBody>
      </p:sp>
      <p:sp>
        <p:nvSpPr>
          <p:cNvPr id="5" name="question"/>
          <p:cNvSpPr txBox="1"/>
          <p:nvPr/>
        </p:nvSpPr>
        <p:spPr>
          <a:xfrm>
            <a:off x="635000" y="2349500"/>
            <a:ext cx="5715000" cy="127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sz="2700">
                <a:solidFill>
                  <a:srgbClr val="193C42"/>
                </a:solidFill>
                <a:latin typeface="Microsoft YaHei"/>
                <a:ea typeface="Microsoft YaHei"/>
              </a:rPr>
              <a:t>如何把一个研究问题，</a:t>
            </a:r>
          </a:p>
          <a:p>
            <a:r>
              <a:rPr sz="2700">
                <a:solidFill>
                  <a:srgbClr val="193C42"/>
                </a:solidFill>
                <a:latin typeface="Microsoft YaHei"/>
                <a:ea typeface="Microsoft YaHei"/>
              </a:rPr>
              <a:t>转化为可检查的分析与证据？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635000" y="4000500"/>
            <a:ext cx="5969000" cy="12065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sz="2100">
                <a:solidFill>
                  <a:srgbClr val="526E73"/>
                </a:solidFill>
                <a:latin typeface="Microsoft YaHei"/>
                <a:ea typeface="Microsoft YaHei"/>
              </a:rPr>
              <a:t>组织公开数据、分析方法和研究限制，</a:t>
            </a:r>
          </a:p>
          <a:p>
            <a:r>
              <a:rPr sz="2100">
                <a:solidFill>
                  <a:srgbClr val="526E73"/>
                </a:solidFill>
                <a:latin typeface="Microsoft YaHei"/>
                <a:ea typeface="Microsoft YaHei"/>
              </a:rPr>
              <a:t>保留每一步的输入、参数与输出。</a:t>
            </a:r>
          </a:p>
        </p:txBody>
      </p:sp>
      <p:pic>
        <p:nvPicPr>
          <p:cNvPr id="7" name="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0" y="1968500"/>
            <a:ext cx="4445000" cy="3810000"/>
          </a:xfrm>
          <a:prstGeom prst="rect">
            <a:avLst/>
          </a:prstGeom>
        </p:spPr>
      </p:pic>
    </p:spTree>
  </p:cSld>
  <p:transition spd="fast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09600" y="317500"/>
            <a:ext cx="8890000" cy="355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sz="1200">
                <a:solidFill>
                  <a:srgbClr val="007D91"/>
                </a:solidFill>
                <a:latin typeface="Microsoft YaHei"/>
                <a:ea typeface="Microsoft YaHei"/>
              </a:rPr>
              <a:t>ZEROWALL SCIENCE / RESEARCH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889000"/>
            <a:ext cx="10922000" cy="8255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sz="3800">
                <a:solidFill>
                  <a:srgbClr val="193C42"/>
                </a:solidFill>
                <a:latin typeface="Microsoft YaHei"/>
                <a:ea typeface="Microsoft YaHei"/>
              </a:rPr>
              <a:t>研究设计与分析流程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09600" y="6261100"/>
            <a:ext cx="10922000" cy="355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sz="1200">
                <a:solidFill>
                  <a:srgbClr val="657E83"/>
                </a:solidFill>
                <a:latin typeface="Microsoft YaHei"/>
                <a:ea typeface="Microsoft YaHei"/>
              </a:rPr>
              <a:t>官网演示材料 · 不代表研究结论                                           2 / 03</a:t>
            </a:r>
          </a:p>
        </p:txBody>
      </p:sp>
      <p:sp>
        <p:nvSpPr>
          <p:cNvPr id="5" name="step-0"/>
          <p:cNvSpPr/>
          <p:nvPr/>
        </p:nvSpPr>
        <p:spPr>
          <a:xfrm>
            <a:off x="609600" y="2413000"/>
            <a:ext cx="3429000" cy="2159000"/>
          </a:xfrm>
          <a:prstGeom prst="roundRect">
            <a:avLst/>
          </a:prstGeom>
          <a:solidFill>
            <a:srgbClr val="EDF6F4"/>
          </a:solidFill>
        </p:spPr>
      </p:sp>
      <p:sp>
        <p:nvSpPr>
          <p:cNvPr id="6" name="number-0"/>
          <p:cNvSpPr txBox="1"/>
          <p:nvPr/>
        </p:nvSpPr>
        <p:spPr>
          <a:xfrm>
            <a:off x="863600" y="2603500"/>
            <a:ext cx="2794000" cy="50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sz="1800">
                <a:solidFill>
                  <a:srgbClr val="007D91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7" name="label-0"/>
          <p:cNvSpPr txBox="1"/>
          <p:nvPr/>
        </p:nvSpPr>
        <p:spPr>
          <a:xfrm>
            <a:off x="863600" y="3365500"/>
            <a:ext cx="2794000" cy="635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sz="2700">
                <a:solidFill>
                  <a:srgbClr val="193C42"/>
                </a:solidFill>
                <a:latin typeface="Microsoft YaHei"/>
                <a:ea typeface="Microsoft YaHei"/>
              </a:rPr>
              <a:t>公开数据</a:t>
            </a:r>
          </a:p>
        </p:txBody>
      </p:sp>
      <p:sp>
        <p:nvSpPr>
          <p:cNvPr id="8" name="step-1"/>
          <p:cNvSpPr/>
          <p:nvPr/>
        </p:nvSpPr>
        <p:spPr>
          <a:xfrm>
            <a:off x="4394200" y="2413000"/>
            <a:ext cx="3429000" cy="2159000"/>
          </a:xfrm>
          <a:prstGeom prst="roundRect">
            <a:avLst/>
          </a:prstGeom>
          <a:solidFill>
            <a:srgbClr val="EDF6F4"/>
          </a:solidFill>
        </p:spPr>
      </p:sp>
      <p:sp>
        <p:nvSpPr>
          <p:cNvPr id="9" name="number-1"/>
          <p:cNvSpPr txBox="1"/>
          <p:nvPr/>
        </p:nvSpPr>
        <p:spPr>
          <a:xfrm>
            <a:off x="4648200" y="2603500"/>
            <a:ext cx="2794000" cy="50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sz="1800">
                <a:solidFill>
                  <a:srgbClr val="007D91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0" name="label-1"/>
          <p:cNvSpPr txBox="1"/>
          <p:nvPr/>
        </p:nvSpPr>
        <p:spPr>
          <a:xfrm>
            <a:off x="4648200" y="3365500"/>
            <a:ext cx="2794000" cy="635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sz="2700">
                <a:solidFill>
                  <a:srgbClr val="193C42"/>
                </a:solidFill>
                <a:latin typeface="Microsoft YaHei"/>
                <a:ea typeface="Microsoft YaHei"/>
              </a:rPr>
              <a:t>质量控制</a:t>
            </a:r>
          </a:p>
        </p:txBody>
      </p:sp>
      <p:sp>
        <p:nvSpPr>
          <p:cNvPr id="11" name="step-2"/>
          <p:cNvSpPr/>
          <p:nvPr/>
        </p:nvSpPr>
        <p:spPr>
          <a:xfrm>
            <a:off x="8178800" y="2413000"/>
            <a:ext cx="3429000" cy="2159000"/>
          </a:xfrm>
          <a:prstGeom prst="roundRect">
            <a:avLst/>
          </a:prstGeom>
          <a:solidFill>
            <a:srgbClr val="EDF6F4"/>
          </a:solidFill>
        </p:spPr>
      </p:sp>
      <p:sp>
        <p:nvSpPr>
          <p:cNvPr id="12" name="number-2"/>
          <p:cNvSpPr txBox="1"/>
          <p:nvPr/>
        </p:nvSpPr>
        <p:spPr>
          <a:xfrm>
            <a:off x="8432800" y="2603500"/>
            <a:ext cx="2794000" cy="508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sz="1800">
                <a:solidFill>
                  <a:srgbClr val="007D91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3" name="label-2"/>
          <p:cNvSpPr txBox="1"/>
          <p:nvPr/>
        </p:nvSpPr>
        <p:spPr>
          <a:xfrm>
            <a:off x="8432800" y="3365500"/>
            <a:ext cx="2794000" cy="635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sz="2700">
                <a:solidFill>
                  <a:srgbClr val="193C42"/>
                </a:solidFill>
                <a:latin typeface="Microsoft YaHei"/>
                <a:ea typeface="Microsoft YaHei"/>
              </a:rPr>
              <a:t>分析与核查</a:t>
            </a:r>
          </a:p>
        </p:txBody>
      </p:sp>
      <p:sp>
        <p:nvSpPr>
          <p:cNvPr id="14" name="limit"/>
          <p:cNvSpPr txBox="1"/>
          <p:nvPr/>
        </p:nvSpPr>
        <p:spPr>
          <a:xfrm>
            <a:off x="609600" y="5143500"/>
            <a:ext cx="10922000" cy="5715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sz="2200">
                <a:solidFill>
                  <a:srgbClr val="526E73"/>
                </a:solidFill>
                <a:latin typeface="Microsoft YaHei"/>
                <a:ea typeface="Microsoft YaHei"/>
              </a:rPr>
              <a:t>明确样本范围、变量定义和参数，再进入结果解释。</a:t>
            </a:r>
          </a:p>
        </p:txBody>
      </p:sp>
    </p:spTree>
  </p:cSld>
  <p:transition spd="fast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09600" y="317500"/>
            <a:ext cx="8890000" cy="355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sz="1200">
                <a:solidFill>
                  <a:srgbClr val="007D91"/>
                </a:solidFill>
                <a:latin typeface="Microsoft YaHei"/>
                <a:ea typeface="Microsoft YaHei"/>
              </a:rPr>
              <a:t>ZEROWALL SCIENCE / RESEARCH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889000"/>
            <a:ext cx="10922000" cy="8255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sz="3800">
                <a:solidFill>
                  <a:srgbClr val="193C42"/>
                </a:solidFill>
                <a:latin typeface="Microsoft YaHei"/>
                <a:ea typeface="Microsoft YaHei"/>
              </a:rPr>
              <a:t>结果组织与研究限制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09600" y="6261100"/>
            <a:ext cx="10922000" cy="355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sz="1200">
                <a:solidFill>
                  <a:srgbClr val="657E83"/>
                </a:solidFill>
                <a:latin typeface="Microsoft YaHei"/>
                <a:ea typeface="Microsoft YaHei"/>
              </a:rPr>
              <a:t>官网演示材料 · 不代表研究结论                                           3 / 03</a:t>
            </a:r>
          </a:p>
        </p:txBody>
      </p:sp>
      <p:graphicFrame>
        <p:nvGraphicFramePr>
          <p:cNvPr id="5" name="native-chart"/>
          <p:cNvGraphicFramePr/>
          <p:nvPr/>
        </p:nvGraphicFramePr>
        <p:xfrm>
          <a:off x="609600" y="2159000"/>
          <a:ext cx="5969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native-table"/>
          <p:cNvGraphicFramePr>
            <a:graphicFrameLocks noGrp="1"/>
          </p:cNvGraphicFramePr>
          <p:nvPr/>
        </p:nvGraphicFramePr>
        <p:xfrm>
          <a:off x="7239000" y="2476500"/>
          <a:ext cx="4318000" cy="2286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59000"/>
                <a:gridCol w="2159000"/>
              </a:tblGrid>
              <a:tr h="762000">
                <a:tc>
                  <a:txBody>
                    <a:bodyPr/>
                    <a:lstStyle/>
                    <a:p>
                      <a:r>
                        <a:rPr/>
                        <a:t>内容</a:t>
                      </a:r>
                    </a:p>
                  </a:txBody>
                  <a:tcPr marL="91440" marR="91440" marT="45720" marB="45720" anchor="t"/>
                </a:tc>
                <a:tc>
                  <a:txBody>
                    <a:bodyPr/>
                    <a:lstStyle/>
                    <a:p>
                      <a:r>
                        <a:rPr/>
                        <a:t>状态</a:t>
                      </a:r>
                    </a:p>
                  </a:txBody>
                  <a:tcPr marL="91440" marR="91440" marT="45720" marB="45720" anchor="t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/>
                        <a:t>研究图表</a:t>
                      </a:r>
                    </a:p>
                  </a:txBody>
                  <a:tcPr marL="91440" marR="91440" marT="45720" marB="45720" anchor="t"/>
                </a:tc>
                <a:tc>
                  <a:txBody>
                    <a:bodyPr/>
                    <a:lstStyle/>
                    <a:p>
                      <a:r>
                        <a:rPr/>
                        <a:t>可编辑</a:t>
                      </a:r>
                    </a:p>
                  </a:txBody>
                  <a:tcPr marL="91440" marR="91440" marT="45720" marB="45720" anchor="t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/>
                        <a:t>数据表格</a:t>
                      </a:r>
                    </a:p>
                  </a:txBody>
                  <a:tcPr marL="91440" marR="91440" marT="45720" marB="45720" anchor="t"/>
                </a:tc>
                <a:tc>
                  <a:txBody>
                    <a:bodyPr/>
                    <a:lstStyle/>
                    <a:p>
                      <a:r>
                        <a:rPr/>
                        <a:t>可编辑</a:t>
                      </a:r>
                    </a:p>
                  </a:txBody>
                  <a:tcPr marL="91440" marR="91440" marT="45720" marB="45720" anchor="t"/>
                </a:tc>
              </a:tr>
            </a:tbl>
          </a:graphicData>
        </a:graphic>
      </p:graphicFrame>
      <p:sp>
        <p:nvSpPr>
          <p:cNvPr id="7" name="data-disclosure"/>
          <p:cNvSpPr txBox="1"/>
          <p:nvPr/>
        </p:nvSpPr>
        <p:spPr>
          <a:xfrm>
            <a:off x="609600" y="5651500"/>
            <a:ext cx="10922000" cy="381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sz="1500">
                <a:solidFill>
                  <a:srgbClr val="657E83"/>
                </a:solidFill>
                <a:latin typeface="Microsoft YaHei"/>
                <a:ea typeface="Microsoft YaHei"/>
              </a:rPr>
              <a:t>A–D 为演示数据，无科学推断含义。</a:t>
            </a:r>
          </a:p>
        </p:txBody>
      </p:sp>
    </p:spTree>
  </p:cSld>
  <p:transition spd="fast">
    <p:fade/>
  </p:transition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@office-kit/pptx</dc:creator>
  <cp:lastModifiedBy>@office-kit/pptx</cp:lastModifiedBy>
</cp:coreProperties>
</file>